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19/20 -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[tribunal_tecnico] Slide 20/20 -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Webmining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Arquitectura, datos y optimizacion de recorridos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Agenda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Vision, arquitectura, datos Google, optimizacion 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Contexto y objetivos del proyecto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Arquitectura de software y decisiones de diseno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Pipeline de datos Google (enfasis)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Optimizacion, resultados 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Problema de Negocio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Planificar recorridos eficientes y factibles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Armado manual de recorridos es costoso y subjetivo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Necesidad de balancear distancia, tiempo y valor turistico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Restricciones horarias vuelven el problema mas realista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Propuesta de Solucion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Aplicacion Flet + motor de optimizacion + pipeline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UI moderna en Flet (desktop, web y movil)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Motor de optimizacion configurable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Reportes operativos para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DFD Nivel 0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Vista de contexto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DFD Nivel 1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Procesos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DFD Nivel 2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Detalle de optimizacion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2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Arquitectura de Contexto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Interaccion entre sistema y externos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Arquitectura de Contenedores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Separacion por capas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Arquitectura de Componentes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Modulo a modulo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Pipeline de Datos Google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Foco principal de ingenieria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google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Google Places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Descubrimiento de POIs por categoria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Consulta por area geografica y categorias de interes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Captura de atributos: nombre, tipo, coordenadas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Control de duplicados y consistencia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Google Distance Matrix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Construccion de matrices de costo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Consulta de pares origen-destino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Construccion de matriz de distancias y tiempos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Base cuantitativa para optimizacion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Calidad de Datos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Normalizacion, deduplicacion y validacion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Estandarizacion de tipos y horarios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Eliminacion de outliers y registros invalidos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Versionado de datasets por depot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Modelo de Datos (DER)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Trazabilidad de entidades y 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er_webm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Flujo de Optimizacion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De input a ruta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A2F29"/>
          </a:solidFill>
          <a:ln>
            <a:solidFill>
              <a:srgbClr val="4E9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F0D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Resultados y Exportes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Visualizacion, CSV y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Metricas de distancia, tiempo y puntaje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Mapa de recorrido y trazabilidad por tramo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Exportes CSV/PDF para uso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Riesgos y Mitigaciones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Cuotas API, escalabilidad y operacion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Cuotas y costos API -&gt; cache + retry/backoff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Escalabilidad combinatoria -&gt; heuristicas y poda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Calidad de datos -&gt; validadores y QA de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Roadmap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Proximas fases tecnicas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Fase 1: robustez y testing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Fase 2: escalabilidad del motor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Fase 3: producto y API multiusuario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FF4"/>
                </a:solidFill>
              </a:defRPr>
            </a:pPr>
            <a:r>
              <a:t>Cierre</a:t>
            </a:r>
          </a:p>
          <a:p>
            <a:pPr>
              <a:defRPr sz="1600">
                <a:solidFill>
                  <a:srgbClr val="ADE0CA"/>
                </a:solidFill>
              </a:defRPr>
            </a:pPr>
            <a:r>
              <a:t>Impacto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EF5E9"/>
                </a:solidFill>
              </a:defRPr>
            </a:pPr>
            <a:r>
              <a:t>El mayor valor tecnico esta en el pipeline de datos Google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La arquitectura modular permite evolucion controlada</a:t>
            </a:r>
          </a:p>
          <a:p>
            <a:pPr>
              <a:defRPr sz="2200">
                <a:solidFill>
                  <a:srgbClr val="DEF5E9"/>
                </a:solidFill>
              </a:defRPr>
            </a:pPr>
            <a:r>
              <a:t>Proximo paso: industrializar calidad 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E0CA"/>
                </a:solidFill>
              </a:defRPr>
            </a:pPr>
            <a:r>
              <a:t>Version tribunal tecnico: profundidad en arquitectura, datos y riesgos.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